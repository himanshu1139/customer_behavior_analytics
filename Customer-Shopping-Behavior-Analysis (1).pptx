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slideLayout" Target="../slideLayouts/slideLayout1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drive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06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301478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505200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301478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3505200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customer and purchase attributes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301478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3505200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diversity in customer base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93493" y="516088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25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8893493" y="619267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Types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893493" y="668309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Wide variety of items purchased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83430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22044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using pandas, explored structure with df.info() and summary statistics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48" y="3022044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196352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missing Review Rating values using median rating per product category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38763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and purchase_frequency_days columns for deeper analysis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14171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338763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to PostgreSQL and loaded cleaned data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7321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258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2.1x more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female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59096" y="3992761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$233,081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945" y="584240"/>
            <a:ext cx="7656909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 Analysis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29945" y="2230636"/>
            <a:ext cx="3722251" cy="2030968"/>
          </a:xfrm>
          <a:prstGeom prst="roundRect">
            <a:avLst>
              <a:gd name="adj" fmla="val 1569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442353" y="244304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Customers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42353" y="2902387"/>
            <a:ext cx="3297436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customers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42353" y="3369588"/>
            <a:ext cx="3297436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segment driving repeat business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164604" y="2230636"/>
            <a:ext cx="3722251" cy="2030968"/>
          </a:xfrm>
          <a:prstGeom prst="roundRect">
            <a:avLst>
              <a:gd name="adj" fmla="val 1569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10377011" y="244304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 Buyers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0377011" y="2902387"/>
            <a:ext cx="3297436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377011" y="3369588"/>
            <a:ext cx="3297436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opportunity segment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29945" y="4474012"/>
            <a:ext cx="7656909" cy="1691164"/>
          </a:xfrm>
          <a:prstGeom prst="roundRect">
            <a:avLst>
              <a:gd name="adj" fmla="val 1885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6442353" y="4686419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Customers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6442353" y="5145762"/>
            <a:ext cx="7232094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customers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442353" y="5612963"/>
            <a:ext cx="7232094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Fresh acquisition potential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29945" y="6404134"/>
            <a:ext cx="7656909" cy="1242536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53" y="6735247"/>
            <a:ext cx="265509" cy="2124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20270" y="6669643"/>
            <a:ext cx="6754178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 of customers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in the Loyal segment, indicating strong retention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24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5006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74526"/>
            <a:ext cx="4196358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2564844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55761" y="273498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5108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51084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905006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874526"/>
            <a:ext cx="4196358" cy="12192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564844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933" y="273498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74256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74256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905006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2874526"/>
            <a:ext cx="4196358" cy="12192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8032" y="2564844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2105" y="273498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9897427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897427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</a:t>
            </a:r>
            <a:endParaRPr lang="en-US" sz="1750" dirty="0"/>
          </a:p>
        </p:txBody>
      </p:sp>
      <p:sp>
        <p:nvSpPr>
          <p:cNvPr id="21" name="Shape 13"/>
          <p:cNvSpPr/>
          <p:nvPr/>
        </p:nvSpPr>
        <p:spPr>
          <a:xfrm>
            <a:off x="793790" y="514957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119092"/>
            <a:ext cx="6407944" cy="12192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540" y="4809411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051084" y="620696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3.80</a:t>
            </a:r>
            <a:endParaRPr lang="en-US" sz="1750" dirty="0"/>
          </a:p>
        </p:txBody>
      </p:sp>
      <p:sp>
        <p:nvSpPr>
          <p:cNvPr id="27" name="Shape 17"/>
          <p:cNvSpPr/>
          <p:nvPr/>
        </p:nvSpPr>
        <p:spPr>
          <a:xfrm>
            <a:off x="7428548" y="514957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8548" y="5119092"/>
            <a:ext cx="6407944" cy="12192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8" y="4809411"/>
            <a:ext cx="680442" cy="68044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Skirt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7685842" y="620696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3.78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7365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53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3426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1,053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07646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$59.49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51866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$62,645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053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363426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2,847 customers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07646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$59.87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51866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$170,436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33951" y="5471160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 buyers with 5+ purchases: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 subscribers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2,518 non-subscribers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216009"/>
            <a:ext cx="30480" cy="1236107"/>
          </a:xfrm>
          <a:prstGeom prst="rect">
            <a:avLst/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213" y="441722"/>
            <a:ext cx="4728686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213" y="1264920"/>
            <a:ext cx="13505974" cy="7563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213" y="9008864"/>
            <a:ext cx="1350597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generation, followed closely by middle-aged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34853"/>
            <a:ext cx="85120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&amp; Shipping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24074"/>
            <a:ext cx="38952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used discounts but spent above average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4024074"/>
            <a:ext cx="3096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45144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$60.48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 vs Standard: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$58.46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4024074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486882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Hats lead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discount rate, followed by Sneakers at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49.66%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533"/>
            <a:ext cx="8198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8694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2413754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600801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321010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convert high-frequency buyers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218694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776" y="2413754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600801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strengthen the loyal segment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218694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948" y="2413754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4114" y="2600801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3321010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young adults and express-shipping users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93790" y="4990862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604" y="5217676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20604" y="6124932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1020604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items in marketing campaigns</a:t>
            </a:r>
            <a:endParaRPr lang="en-US" sz="1750" dirty="0"/>
          </a:p>
        </p:txBody>
      </p:sp>
      <p:sp>
        <p:nvSpPr>
          <p:cNvPr id="23" name="Shape 13"/>
          <p:cNvSpPr/>
          <p:nvPr/>
        </p:nvSpPr>
        <p:spPr>
          <a:xfrm>
            <a:off x="7428548" y="4990862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5362" y="5217676"/>
            <a:ext cx="680442" cy="680442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655362" y="6124932"/>
            <a:ext cx="34028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7655362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growth with margin control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2025-12-06T09:08:36Z</dcterms:created>
  <dcterms:modified xsi:type="dcterms:W3CDTF">2025-12-06T09:08:36Z</dcterms:modified>
</cp:coreProperties>
</file>